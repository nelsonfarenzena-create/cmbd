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16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096E5-E621-4198-A059-C9FAC342E959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5CC51-1D1A-48D2-9A2E-11BAA376B5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81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5CC51-1D1A-48D2-9A2E-11BAA376B57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975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ABD8C-99CB-CE90-9AB5-15A8E7977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6752FF-B6BB-25C2-0F90-CA06F2051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A3BA28-6477-5645-F48F-EF78EF095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358A-AB6C-46FA-A74A-AEE476D35019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414CD9-73A9-DEA9-BC10-D152C229B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655E7F-58F9-1222-2C3B-B4B831DAE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D6BA-9A6A-4DC3-969A-9A9CAE301F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931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2CF44-8B09-0E68-D9FE-62F560E2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048CA2-8E41-5A80-51EF-AD28829DC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572ABA-0BF1-C7B3-9867-299C7DE9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358A-AB6C-46FA-A74A-AEE476D35019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927B02-579F-C1D0-94EF-F4D48A908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CD47DB-EE96-914B-3C10-07DD53E1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D6BA-9A6A-4DC3-969A-9A9CAE301F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639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F5F62-2D02-A2AD-AB0B-BAFC6DA6B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41ADE6-81DE-83D0-E212-412221A9D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F1C25F-C961-F839-1810-05F96295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358A-AB6C-46FA-A74A-AEE476D35019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40E997-4AF7-03E6-7B23-F5826DA83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2030F2-37C2-DF44-693D-37409C7CB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D6BA-9A6A-4DC3-969A-9A9CAE301F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02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94FCC-83BD-1827-DFA5-452A8E6B1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60AA86-A395-FFEC-C249-59472F4C8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DA28C7-3205-A984-C8CA-1EE7DEAE3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89FCC3-1821-3E9D-3309-A495C81D5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358A-AB6C-46FA-A74A-AEE476D35019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5250D46-5CD3-0760-7379-F75E8100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F99039-6ECA-5642-F744-05E97097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D6BA-9A6A-4DC3-969A-9A9CAE301F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1082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69013-5608-8C1D-75EE-AEF9CFD8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B57D95-6871-AA45-49F1-643F0B394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E4808E-276B-A96E-EA3F-8F6853A5D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681108-0B20-3098-5EED-D7D83A387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D919D28-8E07-EC04-FF6D-9EA4345BE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41C521C-5646-3C6E-3FC4-5A419E34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358A-AB6C-46FA-A74A-AEE476D35019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F779B4B-A737-D34E-79B7-AAEE54D3D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80CCB2-CDB5-0C0F-DF97-9400BE5A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D6BA-9A6A-4DC3-969A-9A9CAE301F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523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126E2-5E8A-1317-B00A-EBC65874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544AD6-F886-F06E-0327-77F99E7B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358A-AB6C-46FA-A74A-AEE476D35019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61BF954-F458-407C-14C4-034BEA80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F7666D7-3628-A454-F6B4-438E983BC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D6BA-9A6A-4DC3-969A-9A9CAE301F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665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79581C8-9DDF-1F28-A822-F62E498D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358A-AB6C-46FA-A74A-AEE476D35019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302BCA-2349-1AAE-5A80-CEF5ACE80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957B88-E68A-1F9E-DF6E-097C98D07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D6BA-9A6A-4DC3-969A-9A9CAE301F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2728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E68E7-D5CC-745A-5E5A-C46392C9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1009DB-9C1E-5DB7-F305-BBA5F3B00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14C013-65C1-27B8-0E4C-DDEB55CD1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81B667-FF58-375B-D42D-FB51ABDE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358A-AB6C-46FA-A74A-AEE476D35019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3DD9A8-64F5-68F8-96A6-8E85A6C91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326119-80E6-FFB9-99CA-29BDAE3F2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D6BA-9A6A-4DC3-969A-9A9CAE301F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7004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34DB6-70F4-892D-B92B-B0C1327EC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5884E0F-5E05-91DB-D351-3FF383253C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26A083-582E-F4FE-2663-CC9C5EA5C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F115C9-27DE-AB19-561D-83F09EC44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358A-AB6C-46FA-A74A-AEE476D35019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AA11E4-B017-F7B9-E27D-95273AC21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7F625B-6C22-BA55-18B3-B99CE999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D6BA-9A6A-4DC3-969A-9A9CAE301F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888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A45AC-B266-81C9-974E-CB5E69AD0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4C5D08-3C1B-42D2-A4DC-E566A0E18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8B8EBB-1717-1DF9-FDF0-712D5122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358A-AB6C-46FA-A74A-AEE476D35019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D6A9AB-BFB8-0FE3-8538-5E05806D7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3FE383-B9DC-1CEE-B2D7-6DCB1C491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D6BA-9A6A-4DC3-969A-9A9CAE301F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379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620309-A856-A799-21CE-3B58948B4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B382C7-1604-0D9C-619C-3659B12D1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E83F23-C7EC-4B98-532D-8B4B9FBBB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358A-AB6C-46FA-A74A-AEE476D35019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995232-614A-D5EF-C2CD-ED7073378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EE58AE-A795-D149-AEFE-6C8FEB55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D6BA-9A6A-4DC3-969A-9A9CAE301F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024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6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4869AAD-41FB-49C4-77B2-3CB979981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4541E1-7D9E-B508-355F-EAFD08DCD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01922A-222C-7903-6E68-7FFA9B123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4358A-AB6C-46FA-A74A-AEE476D35019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6E08C6-6586-FACC-A0E2-1147D5858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A8EC14-C8FC-8C0A-937C-F9278D0FA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0D6BA-9A6A-4DC3-969A-9A9CAE301F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7726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C8163-8DB4-C567-F1E4-FD7366A70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6557"/>
            <a:ext cx="9144000" cy="972246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PROJETO BANCO SQL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45242E-4B2B-B38F-3F75-C0CC5D195B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pt-BR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Nelson Felipe </a:t>
            </a:r>
            <a:r>
              <a:rPr lang="pt-BR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Farenzena</a:t>
            </a:r>
            <a:endParaRPr lang="pt-BR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Professor: Lucas De Mattos</a:t>
            </a:r>
          </a:p>
          <a:p>
            <a:r>
              <a:rPr lang="pt-BR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Aprendizagem Industrial · 15/10/2026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7889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4DC7C-9EAE-DA33-CA7C-1A8F305E3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08" y="221287"/>
            <a:ext cx="11850384" cy="1319837"/>
          </a:xfrm>
        </p:spPr>
        <p:txBody>
          <a:bodyPr>
            <a:no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1. Introdução aos bancos relacionais</a:t>
            </a:r>
            <a:br>
              <a: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pt-B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3FD1B3-0771-DE63-1524-05071D1D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98" y="1541124"/>
            <a:ext cx="5675615" cy="50955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banco de dados relacional armazena informações em tabelas, organizadas em linhas e colunas. As tabelas podem ser relacionadas por meio de chaves primárias e estrangeiras. Esse modelo permite organizar os dados e facilita a consulta das informações armazenadas.</a:t>
            </a:r>
          </a:p>
        </p:txBody>
      </p:sp>
      <p:pic>
        <p:nvPicPr>
          <p:cNvPr id="1026" name="Picture 2" descr="Explorando o Universo dos Bancos de Dados: Relacionais vs Não Relacionais">
            <a:extLst>
              <a:ext uri="{FF2B5EF4-FFF2-40B4-BE49-F238E27FC236}">
                <a16:creationId xmlns:a16="http://schemas.microsoft.com/office/drawing/2014/main" id="{AE230DD9-0149-B67F-CD75-8EAE241FC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254" y="1777430"/>
            <a:ext cx="4463094" cy="371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245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FD16B739-5401-55A2-4744-BFD7AD1023A2}"/>
              </a:ext>
            </a:extLst>
          </p:cNvPr>
          <p:cNvSpPr txBox="1"/>
          <p:nvPr/>
        </p:nvSpPr>
        <p:spPr>
          <a:xfrm>
            <a:off x="236306" y="82193"/>
            <a:ext cx="10286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540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2. DDL e DML: comandos SQL</a:t>
            </a:r>
          </a:p>
          <a:p>
            <a:pPr>
              <a:buNone/>
            </a:pP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74456FE-97D0-5EEF-3213-D93BCCB8A93A}"/>
              </a:ext>
            </a:extLst>
          </p:cNvPr>
          <p:cNvSpPr txBox="1"/>
          <p:nvPr/>
        </p:nvSpPr>
        <p:spPr>
          <a:xfrm>
            <a:off x="490591" y="1424247"/>
            <a:ext cx="576637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SQL possui comandos utilizados para criar e modificar a estrutura do banco e outros destinados à manipulação dos dados. O DDL inclui comandos como CREATE TABLE, DROP TABLE e TRUNCATE TABLE. Já o DML inclui comandos como INSERT, UPDATE e DELETE. O comando SELECT é utilizado para consultar os registros.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#qa #sql #qualityassurance #testes #validaçãodedados #automaçãodetestes #carreiraemti | Jardele Lima 🐞">
            <a:extLst>
              <a:ext uri="{FF2B5EF4-FFF2-40B4-BE49-F238E27FC236}">
                <a16:creationId xmlns:a16="http://schemas.microsoft.com/office/drawing/2014/main" id="{5986AA6E-18F9-9934-8B24-9F2004833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525" y="1723907"/>
            <a:ext cx="4687884" cy="351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1815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2D78D-A649-99C2-1E46-110D27098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3" y="22128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sz="6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3. Criação das Tabelas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C75FE-3AC0-7C71-B5F9-DFA1E75A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878" y="1546850"/>
            <a:ext cx="596329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banco de dados foi dividido em cinco tabelas: Clientes, Compra, Fornecedor, Pedidos e Produtos. Cada tabela possui colunas específicas para armazenar as informações correspondentes. A estrutura foi desenvolvida utilizando o </a:t>
            </a:r>
            <a:r>
              <a:rPr lang="pt-BR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HeidiSQL</a:t>
            </a:r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074" name="Picture 2" descr="Integrando aplicações com Web API - DevMedia">
            <a:extLst>
              <a:ext uri="{FF2B5EF4-FFF2-40B4-BE49-F238E27FC236}">
                <a16:creationId xmlns:a16="http://schemas.microsoft.com/office/drawing/2014/main" id="{FCD8E67E-DC47-748B-123F-1205D56DF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283" y="1546850"/>
            <a:ext cx="4715839" cy="394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812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3F376-D0F0-A597-3D85-1E7E1A37D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96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sz="6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4. Inserção dos Dados</a:t>
            </a:r>
            <a:br>
              <a:rPr lang="pt-BR" sz="6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5E75F5-FBD4-2CD3-4292-C911C7B4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834"/>
            <a:ext cx="5429036" cy="475912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Após a criação das tabelas, foram inseridos os registros utilizando o comando INSERT INTO. Os dados precisam seguir os tipos definidos para cada coluna e respeitar as relações existentes entre as tabelas. Essa etapa permite preencher o banco e realizar consultas com informações cadastradas.</a:t>
            </a:r>
          </a:p>
        </p:txBody>
      </p:sp>
    </p:spTree>
    <p:extLst>
      <p:ext uri="{BB962C8B-B14F-4D97-AF65-F5344CB8AC3E}">
        <p14:creationId xmlns:p14="http://schemas.microsoft.com/office/powerpoint/2010/main" val="2992348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02223-F551-3E5E-0F6F-B98F4C39F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605" y="27265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sz="6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pt-BR" sz="67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A6672D-9097-62D2-82C4-235BCB608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05" y="1458930"/>
            <a:ext cx="6148227" cy="49132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são consultas SQL salvas que podem ser utilizadas para visualizar informações específicas do banco. Entre as desenvolvidas no projeto estão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View_clientes_com_mais_compras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View_pedidos_com_valor_maior_que_a_media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 primeira está relacionada à quantidade de compras dos clientes, enquanto a segunda permite consultar pedidos com valores acima da média.</a:t>
            </a:r>
          </a:p>
          <a:p>
            <a:pPr marL="0" indent="0">
              <a:buNone/>
            </a:pPr>
            <a:b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752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EE34D-2C28-F795-25F9-32B65038B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43" y="26238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sz="6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pt-BR" sz="6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 Triggers</a:t>
            </a:r>
            <a:br>
              <a:rPr lang="pt-BR" sz="4800" b="1" dirty="0"/>
            </a:br>
            <a:endParaRPr lang="pt-BR" sz="4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7C7120-D7E5-3332-FFA9-3AE2C3629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43" y="1253331"/>
            <a:ext cx="550314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triggers são executadas automaticamente quando ocorre uma operação configurada no banco de dados. Podem ser acionadas antes ou depois de eventos como inserção, atualização e exclusão de registros. O projeto inclui as triggers </a:t>
            </a:r>
            <a:r>
              <a:rPr lang="pt-BR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Trigger_atualizada_estoque_pedidos</a:t>
            </a:r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Trigger_produtos_alteracao</a:t>
            </a:r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pt-BR" sz="3200" dirty="0"/>
            </a:br>
            <a:endParaRPr lang="pt-BR" sz="3200" dirty="0"/>
          </a:p>
        </p:txBody>
      </p:sp>
      <p:pic>
        <p:nvPicPr>
          <p:cNvPr id="4098" name="Picture 2" descr="SQL Trigger. O que são triggers, estrutura e… | by Daniel Amorim | Medium">
            <a:extLst>
              <a:ext uri="{FF2B5EF4-FFF2-40B4-BE49-F238E27FC236}">
                <a16:creationId xmlns:a16="http://schemas.microsoft.com/office/drawing/2014/main" id="{E3F2D8BB-63B3-4562-AD1B-97544C507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908" y="1707411"/>
            <a:ext cx="5503149" cy="3777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207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E327E-CF9F-EA0E-3ABF-A66FC91D3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6" y="2932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pt-BR" sz="6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Procedures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A1DEBB-422D-DB9E-55D3-AAAD9DF44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427" y="1335524"/>
            <a:ext cx="5726987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procedures são procedimentos armazenados no banco de dados que permitem executar comandos SQL por meio de uma chamada. Podem receber parâmetros e realizar operações conforme as condições definidas no código. Esse recurso permite reutilizar instruções sem precisar escrevê-las novamente a cada execução.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122" name="Picture 2" descr="Fazer Cálculos no Banco Sql Server - Stack Overflow em Português">
            <a:extLst>
              <a:ext uri="{FF2B5EF4-FFF2-40B4-BE49-F238E27FC236}">
                <a16:creationId xmlns:a16="http://schemas.microsoft.com/office/drawing/2014/main" id="{84D84F8E-F476-9306-1466-42AFBCCB8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215" y="852756"/>
            <a:ext cx="4867116" cy="537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992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C7EBB-65AB-37B0-132E-EE9A265D0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35" y="27205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8. Aplicação dos Recursos SQL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4BD5AB-A0D4-2936-CFB7-850F10B3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782" y="1571829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projeto reúne a criação das tabelas, a inserção dos dados e a utilização de recursos como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triggers 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procedures. Cada recurso possui uma função específica no funcionamento do banco, desde a organização das informações até a execução de consultas e ações programadas.</a:t>
            </a:r>
          </a:p>
        </p:txBody>
      </p:sp>
    </p:spTree>
    <p:extLst>
      <p:ext uri="{BB962C8B-B14F-4D97-AF65-F5344CB8AC3E}">
        <p14:creationId xmlns:p14="http://schemas.microsoft.com/office/powerpoint/2010/main" val="1963947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A60B4-C202-9769-6600-54F352329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9563"/>
          </a:xfrm>
        </p:spPr>
        <p:txBody>
          <a:bodyPr>
            <a:normAutofit fontScale="90000"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9. Conclusão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8AA158-E645-1691-7457-E469E5663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443" y="1537949"/>
            <a:ext cx="600438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desenvolvimento do projeto permitiu aplicar os principais conceitos de banco de dados relacional e linguagem SQL. Foram criadas cinco tabelas e estudados recursos para consultas, automação e execução de procedimentos armazenados. O trabalho também demonstrou a importância de estruturar corretamente os dados e utilizar os comandos adequados para cada operação.</a:t>
            </a:r>
          </a:p>
        </p:txBody>
      </p:sp>
    </p:spTree>
    <p:extLst>
      <p:ext uri="{BB962C8B-B14F-4D97-AF65-F5344CB8AC3E}">
        <p14:creationId xmlns:p14="http://schemas.microsoft.com/office/powerpoint/2010/main" val="3319183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526A5-88C2-53B8-1401-0071E78D1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1053" y="2766218"/>
            <a:ext cx="13114106" cy="1325563"/>
          </a:xfrm>
        </p:spPr>
        <p:txBody>
          <a:bodyPr>
            <a:noAutofit/>
          </a:bodyPr>
          <a:lstStyle/>
          <a:p>
            <a:pPr algn="ctr"/>
            <a:r>
              <a:rPr lang="pt-BR" sz="9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Obrigado Pela Atenção!!</a:t>
            </a:r>
          </a:p>
        </p:txBody>
      </p:sp>
    </p:spTree>
    <p:extLst>
      <p:ext uri="{BB962C8B-B14F-4D97-AF65-F5344CB8AC3E}">
        <p14:creationId xmlns:p14="http://schemas.microsoft.com/office/powerpoint/2010/main" val="1877788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537</Words>
  <Application>Microsoft Office PowerPoint</Application>
  <PresentationFormat>Widescreen</PresentationFormat>
  <Paragraphs>27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PROJETO BANCO SQL</vt:lpstr>
      <vt:lpstr>1. Introdução aos bancos relacionais </vt:lpstr>
      <vt:lpstr>Apresentação do PowerPoint</vt:lpstr>
      <vt:lpstr>3. Criação das Tabelas </vt:lpstr>
      <vt:lpstr>4. Inserção dos Dados  </vt:lpstr>
      <vt:lpstr>5. Views </vt:lpstr>
      <vt:lpstr>6. Triggers </vt:lpstr>
      <vt:lpstr>7. Stored Procedures </vt:lpstr>
      <vt:lpstr>8. Aplicação dos Recursos SQL </vt:lpstr>
      <vt:lpstr>9. Conclusão </vt:lpstr>
      <vt:lpstr>Obrigado Pela Atenção!!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CMEISV - ALUNOS</dc:creator>
  <cp:lastModifiedBy>CMEISV - ALUNOS</cp:lastModifiedBy>
  <cp:revision>1</cp:revision>
  <dcterms:created xsi:type="dcterms:W3CDTF">2026-10-15T17:50:49Z</dcterms:created>
  <dcterms:modified xsi:type="dcterms:W3CDTF">2026-10-15T17:54:32Z</dcterms:modified>
</cp:coreProperties>
</file>